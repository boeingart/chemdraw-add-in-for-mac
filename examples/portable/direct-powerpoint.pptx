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92E8E-6387-4DB9-8A7D-6733D7D50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EF22BD-DC13-06C4-AD4A-3EE8D42BB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489B3-A2C8-D62C-443E-B5E6C393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B47B7-94C0-EAFB-C0C3-9A853F12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53793-6B38-2986-7608-E7F9BBB8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605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7A81A-965D-DB01-73DD-C2854F50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5F290-A3B3-29E6-40F2-ABD371C9F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3B7AB8-2BA0-FE33-C1E2-D72D6BF7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A993E0-E1A6-2349-3DA0-FD6DCBC2D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92C434-3DBF-56B8-5546-23792712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1196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31F82-829E-C0AD-D77D-AB921483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221446-AF38-C0DC-6C6C-4679217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073AC9-D88E-F480-67C8-2B8DFF1E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A4CD2-7900-6FAB-42B1-079FEBB2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E5683-2E84-E266-266F-23E31711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770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65FA1-9376-FF0B-3791-64CC2ADF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012D4-8546-3E91-D387-5E52EB986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B4BE56-5089-E623-B250-DBB582B5E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25EE5C-D1FB-8789-F287-5134276F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B78887-EB25-62C6-3E66-A786B844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B3C669-335B-39CA-D6BD-88A1F2A3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864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9DBFC-CC9D-1347-4691-96B10C56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45B61B-ED73-CD4F-7FA4-85BE5FE9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3C41F0-070F-9FD3-806E-D6E8008C8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AF697B-A993-4A60-2851-600B9CD07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C143F3-4191-FCA1-A2EA-808EC99AE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8809C1-C49C-25D1-8BD0-FF69E201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DDA030-8DBA-B041-F111-94BAD9C5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3DD952-55D3-125F-545F-9280ADDC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001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97C00-B2DA-3E35-3E80-2CAFF565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5191AB-76A0-BC12-B776-C5AF2181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0CE49A-E56C-FAEA-807C-9EA118FC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3FA0B-FB6D-78C8-821F-D3CAE30A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83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A0BBA5-AD96-938F-BD83-984BEC64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D2786C-A3CC-0F9C-BC62-56898FE9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17EF4D-F283-F228-62F7-2F3B89F4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49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BD031-41DB-BD96-11C1-326DE34FF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0DB3C3-9B79-61B6-E25A-D02B8E1CF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BB1EC0-AEF0-0C86-7B04-F2B5C77C7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BD12E8-CC38-27DA-5C8E-BC7E7615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0E851D-9647-CE7C-8E0C-5D996212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F6D39D-1780-572A-5CD3-C3893D16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692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F1A24-D113-272A-2CEA-E90877119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2E7142-2146-2CCB-C513-43ABF3EFC68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6308A4-BA74-5DAE-16E2-6F43E2C71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ED7CF-6625-2373-51BC-59E0D2CAD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76D7C-23CF-C795-9C2A-7EB146C4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E42C53-0749-8815-2FB7-0B3E3116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556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36B44-6837-9ABD-DE8E-04E6663C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BDB435-4410-0909-C58C-16D5CE926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9330E6-8F4D-2993-D65F-762FB59A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26C50-1C51-F7DB-F6DF-25678852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903678-7B7A-F054-83D6-24A93D72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818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FBEB65-33CC-2B38-2E82-95B17B073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6112BD-B4F3-E597-F82F-CE62D9C10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E34A82-E0E6-F5D6-C009-128E6D55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05904-9B66-ADAE-3A47-887FDB3D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1EDC7B-AC21-9913-6C31-E8EDE6B2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7751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A564A3-94F7-BBEF-00A3-E7AC8440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0A7232-B865-BB53-8A54-81A1C77B9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AF8F56-A1CF-A97D-25D3-B19283270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242BE-B9EC-604B-982B-35A3FB6B53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6318C5-BFC6-C916-CAA8-2177FB370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5C2D1A-DF63-617E-7E44-9C74EE23C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97267-C520-544A-A1CA-389C6E9814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323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FM1_a8d6eb8b-1ea8-47af-a52c-6bcd5d08740f">
            <a:extLst>
              <a:ext uri="{FF2B5EF4-FFF2-40B4-BE49-F238E27FC236}">
                <a16:creationId xmlns:a16="http://schemas.microsoft.com/office/drawing/2014/main" id="{BA5B3BD9-846D-2FD7-89C3-7383BD09555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1524000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28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2</cp:revision>
  <dcterms:created xsi:type="dcterms:W3CDTF">2026-10-25T09:09:52Z</dcterms:created>
  <dcterms:modified xsi:type="dcterms:W3CDTF">2026-10-25T09:21:27Z</dcterms:modified>
</cp:coreProperties>
</file>