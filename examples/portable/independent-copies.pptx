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34524-1F2C-AC50-75B9-49A61DC13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006894-7877-3D4F-BB04-382EE34E8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4A8956-10E0-544C-04BC-D59DF5F2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23698-4578-CA31-EC65-0CE0855D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D002BC-0A13-3034-D314-534F1229E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867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69F01-12B1-61EF-FDF4-945FE260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9D8E5B-3DDD-F491-67F5-BD30580C8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AEBEC9-988F-71B1-B5BA-EC173DE16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075C1-FA47-7377-41BC-529F2845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1A7E75-4DDF-9312-28A4-411030178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555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74449-C376-8372-2E6E-B328FC20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C68D8B-629A-82BC-A731-838813A80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DD2F38-0443-6CCE-3525-BEEFC8A1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266540-809E-CE0E-6043-226DF367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5F95E5-ACCC-1380-71BE-4F5ED792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428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106BA-4D2E-0C4C-62E7-2F5580C7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373FAA-DBE0-B151-16D2-8FAACA401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BFC06-D06E-9DD8-BDD8-36329547D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6BC363-97F5-35C9-88B7-416CFF3F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F7AAA8-A094-9A50-26DA-BE10ACD0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C5D5F8-3E21-A31C-F44B-3E9542C7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0842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036EA-E67B-40A7-F7F1-BD276AC9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0169C6-5F52-79A6-9E9F-5AE6479A2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CF6F36-11FB-9609-4EF5-7186B5936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E794DB-97C0-6769-E91E-4E9915AF9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05EE81-5B15-FD48-7280-77F165037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697496-7220-F5C8-5F65-D2F44C11A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2ACB2D-D7A7-5858-8FF5-F537596E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5C2593-9C19-EE9A-01E6-E834BEF4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738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40DA0-367B-AC6F-3BF2-8EDA892E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E24FF7-5900-43C6-1959-6A35592C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E247C1-1D83-DED5-0993-196BF88D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B43621-455D-D1F7-8BD8-337897BA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852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46357A-5E2D-A780-3931-8CB8B4A7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D5D281-5DB3-6D08-1332-B6894445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98BF92-C2DF-BC6B-A76F-CF8EBEB73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06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90247-98D5-0C7B-2ECF-E9CA586D0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63DE2-62E3-817F-84B0-5DBD8E4CC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78D380-6CB9-D346-DBAF-ADA2E7C86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94BBCF-988E-6237-6F1B-DED12BF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9955C5-35FC-057B-BA24-5D21A591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3D3FC3-E649-FD22-349D-1E701D29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787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E8EDC-DF57-2474-D2DB-39520E51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EF7A0D-DAB6-9BF4-5F3A-6AAA3AD001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99B4B-51B1-A061-EF61-F492BAF68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E5BF73-C1F7-2DCF-DF74-C2AB2EB7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ED08F4-A36F-027F-C29D-F1121F70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902240-EA87-4AC6-0240-689D08C0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972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C8348-243D-B1D0-C4AB-622CD405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9734E6-8BA4-2633-460A-8A019AF7F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5547D7-289E-CF62-27E1-ACEE9E13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667761-2709-485D-91E7-82A6F473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E5FDE-A359-3208-1EAB-982BBE3C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605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651C3C-82F8-B323-31AA-28BF88BF4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FCE9CE-115D-7C42-609E-0785C5134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8146A-424A-6D3E-F9C0-3730B089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2729F-93C7-4AD4-920D-99535BA1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04552E-FFAD-F483-EB53-2D25B081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756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B61E54-BD26-6028-5E74-EF207B56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7616E2-C9F0-52DA-B9C3-E9BB365E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CC8AE5-FFD5-F47C-5B55-1C61E5639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0C23D-50EF-B94B-B288-79A8A27591F3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1B96E-FAE7-4FB4-3AC5-BDB45F59A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48C88-DA2C-CD47-F44A-A50D57459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E4E1C-97B0-9D4C-94DB-77CDD51859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580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FM1_6b01d0df-80a0-4cdb-8503-a5b130f21412">
            <a:extLst>
              <a:ext uri="{FF2B5EF4-FFF2-40B4-BE49-F238E27FC236}">
                <a16:creationId xmlns:a16="http://schemas.microsoft.com/office/drawing/2014/main" id="{ED746B18-2E92-F436-B8DA-C9DE61B8AE7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778000"/>
            <a:ext cx="5080000" cy="5080000"/>
          </a:xfrm>
          <a:prstGeom prst="rect">
            <a:avLst/>
          </a:prstGeom>
        </p:spPr>
      </p:pic>
      <p:pic>
        <p:nvPicPr>
          <p:cNvPr id="9" name="CFM1_e256994b-4ccf-4c2f-a764-5f56bc964f14">
            <a:extLst>
              <a:ext uri="{FF2B5EF4-FFF2-40B4-BE49-F238E27FC236}">
                <a16:creationId xmlns:a16="http://schemas.microsoft.com/office/drawing/2014/main" id="{5CE44D49-48AD-7719-2995-6973FD7F3F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0" y="1778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70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6</cp:revision>
  <dcterms:created xsi:type="dcterms:W3CDTF">2026-10-25T09:09:53Z</dcterms:created>
  <dcterms:modified xsi:type="dcterms:W3CDTF">2026-10-25T09:24:34Z</dcterms:modified>
</cp:coreProperties>
</file>