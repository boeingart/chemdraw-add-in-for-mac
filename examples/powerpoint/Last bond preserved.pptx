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9006A-102F-6611-FCF3-495A56F3D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AB973E-01F2-9FAB-8FEC-193D6609C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26564-895B-E575-2C31-5B734C0D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A9C5A-393A-11CE-B743-68D05C1C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37BB9-D169-A9D5-D137-C2B5544F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11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5392D-4146-6F32-AE7C-A7070CF3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63D3D0-97EB-B241-6126-24348242B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A0FE2-4CAE-852B-D7DC-6E7054FD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E028B-7C8C-9E21-9682-152732A6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F5D0B5-4D18-92AC-8983-072C5792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130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04107-9DFE-2F3E-F46E-A7EA37DB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1FD009-BAC0-DCA9-1AEC-FDA695CB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52407-03ED-60E5-5AE0-ECAE7038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F0056-3509-A373-9AE9-D1C241E3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70D33-F2E5-BF79-22E5-F931DF20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313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78D0B-38D5-196F-8766-34E014D4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88B9B-A0F5-FE20-3B93-25D6B4C38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D1DDF6-81DE-DCE0-3CED-294501F61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D5CB4-B7B3-EFA7-93F3-38FBB6EC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B06152-4548-5292-D1C8-3BC04EF0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403E6-F2DE-0C15-E012-50E2FD55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65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EE470-A50B-2A8F-F5DE-CC380FB5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401BF3-0CDF-9867-ABAE-23F2AABC6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9AE941-C428-73AC-B32B-804C2DBDD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FF6A0D-D0E2-01A8-058C-39E5B6204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369637-4FA2-EF27-EBA2-383B6F82F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A51926-0AB0-A1E5-89B6-6440D0F5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1CCB3D-6DE8-1155-EDDA-5FF0A772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2BB637-976A-4903-DCEC-E48090C8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54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2037D-557B-1CBF-04E5-6B3BA0AA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3157EE-70CA-6B9F-873D-02B00533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3991C7-4B86-E8A1-2439-39B45D0D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923DA6-5140-D4D3-9EF7-0A341BB1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443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AA9AE0-E594-97AF-C53A-9104E1C0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7E89CF-7BC7-DF12-5DD5-58CC1091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6EA5A7-DE0A-E670-C5FB-34500BFE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34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DDE35-821F-D37A-AB35-FB5FA63A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3F87B-E7BA-AB9F-56CA-1FEEED546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6739D5-3435-9D13-9490-96CFE7C5F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AEA169-5000-2477-8056-9BA75E65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D17346-07D4-74A5-DBD1-9F1FCC93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39A9E-1506-F14F-C32C-E92CAE01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942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706CF-4912-D347-6AD2-395915A3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2F6874-02D9-E5DA-A203-F2318D58FC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7879AA-442A-4966-9641-AA3C5DAF1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C5ED7D-94C8-4FBE-A4A3-F20B76CD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24BADC-6693-D298-C2AC-07E9C44A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54E37-E46D-F947-104E-99B2BBE8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019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01A8C-2670-664C-E62C-447A92F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8F2FBD-E8CC-C16F-1683-F79929A7A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725A56-923F-2DBF-219D-D9EBE7D4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4CE6A-6C3C-C840-FBC2-5BA181AD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C4D39-89DB-0711-431C-764E4D63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258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F9B4E2-E573-A6BC-C373-295AFC074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5E55FC-0833-E0A1-2F51-F3D972AE8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3AC86-8623-BB3E-1B3B-43C2A8BD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458595-DBF5-01EB-99F4-7D289FF6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5D938-8753-3AB3-8FDB-BB0EB119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680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88F484-1FB4-A563-2FB6-F351B8E2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7F46D6-20A0-1267-3AEA-1192570E5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B420E-A834-1D1B-1371-0C936F174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5145A-A018-F093-6D76-38DFAB1BB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A8876-FED1-3093-E4F2-BFB14C7AA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813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FM_DATA_76848881-cf8b-4a0f-9205-9d0abb055a9e" hidden="1">
            <a:extLst>
              <a:ext uri="{FF2B5EF4-FFF2-40B4-BE49-F238E27FC236}">
                <a16:creationId xmlns:a16="http://schemas.microsoft.com/office/drawing/2014/main" id="{5A1451DA-D4AC-080E-B9DE-C27F51D0D736}"/>
              </a:ext>
            </a:extLst>
          </p:cNvPr>
          <p:cNvSpPr txBox="1"/>
          <p:nvPr/>
        </p:nvSpPr>
        <p:spPr>
          <a:xfrm>
            <a:off x="-12700000" y="0"/>
            <a:ext cx="12700" cy="59370098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zh-CN"/>
              <a:t>CFM1:76848881-cf8b-4a0f-9205-9d0abb055a9e:7e6f4bf900c94ad3aedccc0bc4219392bc54ecbb5710d647a8b039d994081bbe:eJytV1tz4jYUfs+vUN2ZTvuAke+wBXaAQEknJDSwTTdvwhagWVuistgk++t7JBlz3X0qG4x1zqejcz/azse3IkdfqSyZ4F3Hc7GDKE9Fxvi663xajBstB33s3XR+un0cLj7PRmh4+8/0Hs0/zxejKXI2Sm0/NJuvr69uSoqlZNmalmKl3FQUTRDdTDN4upnKHARSzOYbNJSUKDhwJsVakqLrDDe0uJXkFfm+i+Gf7zs36IEUFFjjaSOJW2Gr1fIa6aq1bIQErxptH0eNdobJcomjiLSpa06CbQOx41r9gXjrOjF2Y4wikNqGp+/6AfK9wA0DAD4znonXmSiZMsZjhGvqnH2je8pYklQjSP7MMrUpu847LYF+xxWVW0mV1p6lJM/f96z5Rrz2lSj+2lF5QZzDNiq6DhdHxBHfEJ7SbM883fKwK5ZUHm15oiXLdvTu9og2EDy7OFATn974OelChwWVBQMTh0QuBb8nS5qXR+wHwX+AmLCM3hXbnKVMTd4ziCrle54BjgVXXcf3vD3B+tfTYR6SrfbuMaQiHYEmpNzMtyQ1aem7iY7LlMg14yYmQNOSGafV0jOJkGfVMjRLnt1TvtbrAFeEWqZVZUMY7/N1bo7Fe2X/3JWKrSDCNk/6OyUOSp4x7+lKAbMPrhL9lGXWa6zrTB4nlS/n9N8d1BitWYfQ7FlatfIa4xPPGf9Cs4GEbNnQvZOrdHiWZDuE9AdHhvhAHuQi/VLRPU2fScaVdR9ICGK0/zNeTQ37jq8gPzDGATafsGW/1SfwR9gPkvF47OsvDoIh9sMIB3GCo2SAg9sxoPwf7YU3zxLisOJ45uvt6djzEzyu6d//wDleW/8dPuE13I9kmI9JAlpAY9ra9nNEGAtZ7HJiu5Wud1RRPqAj1OgNusWUlOBY84r0+wliKvJniAT80BR2S/RM2XqjTjGP0JNfuk7R/HZC70MBvpdMC89pQbkCLfa0E+BAMMiU9QwOql7RTEBYT0+huapA1esV0FAytaDFFuyGN2O3Xl5gZlKnY43RywvM3yI/gsDqBPEHWy5BhPlBI07l+v2Efy/WM6gwAVqemvEE+j+dkCaU6z5ofn4hW1H+XkItv55GSodPY4hCYmWCecJXs3m/6+jnCVn33OOskGStA2E6heGkIhfQq3UuLdfVQvcjaMO6dXDTy+eKSHWFPoTKN/OoLu3TXe+6Nz2JgvBzntafgMhff/7Nuel1zMGKLHMKc9cskNEDrc1zqZ/NYxY2LGxY2LCaRzI6K+jPe3H6HbHMtmuUbogsKZz81ihI2pBGOcRN+fQlI7kVdhDQ2ZI1vTECvOR8YsPMhUkdoMT0eAhORuVhRpsWNRZCXRBN01pIVkBf+1L3zokprRmcV1pnm4FwWINdVfysPv7FBaLtJlF1gfBC3w0SlIRupHEvlQRut+orBRRJgpHR/MUK68+7zoNz06xhoYVBJ9JS45aFBtegUQUNDiL17qryu47eCzeDo4mrLXygNCuHOSX10K8E9zrKyvMjNwi0GcGF9zWv7aE4cuPg3N5rs7Aad4bVz9maW80sudcp0aoe66jcj3O0Iim8tWOn9zjpNMtep6ngy3udpTU8tsZq+wfWN6NqhtcuqpCJRcYWGVpkdIJs7iN8HmsvOLc+bEc62l47caPk4r74YqdnHR5zZdjqXbEGWUT7WiC9KuiR77ntFsivom4uO/1zm7yo4mr5z0Ryc0FZbFiJWClyomiG4AaWwQptpVhCTb0jLqAi4ULKM+AqgTbkK4XKrAZVCZExUYMrhGt9ZaSPKt2ueqtyU8vqDtdoz2h25X7t4dj1Y+QFnuslGububUiOTajnZn1zNlmk7dDqQ5cuGfQHyBmJlDY312l1uGrp+50t6K7zlUBnAfD3s6w3zEVJkaIlzDPs1XlWmdWugheDwrF3kQlx4voQKSjR0EOR13KDCPkYVlUhtv4Xw44tIvZaqUlmOEA5h+BLqELIrh8UUz1uerPZonE3nY5u7/qLUWN899C/b7wc6kt3Xfgx/wfr/Qe12BX9</a:t>
            </a:r>
            <a:endParaRPr kumimoji="1" lang="zh-CN" altLang="en-US"/>
          </a:p>
        </p:txBody>
      </p:sp>
      <p:pic>
        <p:nvPicPr>
          <p:cNvPr id="8" name="CFM1_76848881-cf8b-4a0f-9205-9d0abb055a9e">
            <a:extLst>
              <a:ext uri="{FF2B5EF4-FFF2-40B4-BE49-F238E27FC236}">
                <a16:creationId xmlns:a16="http://schemas.microsoft.com/office/drawing/2014/main" id="{DCD220E4-D69F-D16B-EBED-C9EDF12D095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032000"/>
            <a:ext cx="5080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5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3</cp:revision>
  <dcterms:created xsi:type="dcterms:W3CDTF">2026-10-25T08:47:09Z</dcterms:created>
  <dcterms:modified xsi:type="dcterms:W3CDTF">2026-10-25T08:48:24Z</dcterms:modified>
</cp:coreProperties>
</file>