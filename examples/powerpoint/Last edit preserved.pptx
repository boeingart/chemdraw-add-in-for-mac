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9006A-102F-6611-FCF3-495A56F3D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AB973E-01F2-9FAB-8FEC-193D6609C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26564-895B-E575-2C31-5B734C0D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A9C5A-393A-11CE-B743-68D05C1C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37BB9-D169-A9D5-D137-C2B5544F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11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5392D-4146-6F32-AE7C-A7070CF3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63D3D0-97EB-B241-6126-24348242B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A0FE2-4CAE-852B-D7DC-6E7054FD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E028B-7C8C-9E21-9682-152732A6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F5D0B5-4D18-92AC-8983-072C5792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130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04107-9DFE-2F3E-F46E-A7EA37DB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1FD009-BAC0-DCA9-1AEC-FDA695CB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52407-03ED-60E5-5AE0-ECAE7038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F0056-3509-A373-9AE9-D1C241E3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70D33-F2E5-BF79-22E5-F931DF20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313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78D0B-38D5-196F-8766-34E014D4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88B9B-A0F5-FE20-3B93-25D6B4C38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D1DDF6-81DE-DCE0-3CED-294501F61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D5CB4-B7B3-EFA7-93F3-38FBB6EC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B06152-4548-5292-D1C8-3BC04EF0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403E6-F2DE-0C15-E012-50E2FD55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65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EE470-A50B-2A8F-F5DE-CC380FB59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401BF3-0CDF-9867-ABAE-23F2AABC6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9AE941-C428-73AC-B32B-804C2DBDD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FF6A0D-D0E2-01A8-058C-39E5B6204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369637-4FA2-EF27-EBA2-383B6F82F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A51926-0AB0-A1E5-89B6-6440D0F5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1CCB3D-6DE8-1155-EDDA-5FF0A772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2BB637-976A-4903-DCEC-E48090C8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54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2037D-557B-1CBF-04E5-6B3BA0AA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3157EE-70CA-6B9F-873D-02B00533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3991C7-4B86-E8A1-2439-39B45D0D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923DA6-5140-D4D3-9EF7-0A341BB1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443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AA9AE0-E594-97AF-C53A-9104E1C0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7E89CF-7BC7-DF12-5DD5-58CC1091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6EA5A7-DE0A-E670-C5FB-34500BFE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34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DDE35-821F-D37A-AB35-FB5FA63A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3F87B-E7BA-AB9F-56CA-1FEEED546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6739D5-3435-9D13-9490-96CFE7C5F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AEA169-5000-2477-8056-9BA75E65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D17346-07D4-74A5-DBD1-9F1FCC93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39A9E-1506-F14F-C32C-E92CAE01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942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706CF-4912-D347-6AD2-395915A3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2F6874-02D9-E5DA-A203-F2318D58FC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7879AA-442A-4966-9641-AA3C5DAF1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C5ED7D-94C8-4FBE-A4A3-F20B76CD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24BADC-6693-D298-C2AC-07E9C44A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54E37-E46D-F947-104E-99B2BBE8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019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01A8C-2670-664C-E62C-447A92F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8F2FBD-E8CC-C16F-1683-F79929A7A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725A56-923F-2DBF-219D-D9EBE7D4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44CE6A-6C3C-C840-FBC2-5BA181AD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C4D39-89DB-0711-431C-764E4D63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258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F9B4E2-E573-A6BC-C373-295AFC074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5E55FC-0833-E0A1-2F51-F3D972AE8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3AC86-8623-BB3E-1B3B-43C2A8BD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458595-DBF5-01EB-99F4-7D289FF6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5D938-8753-3AB3-8FDB-BB0EB119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680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88F484-1FB4-A563-2FB6-F351B8E2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7F46D6-20A0-1267-3AEA-1192570E5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B420E-A834-1D1B-1371-0C936F174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42DE-E93F-6449-9D0C-7E41EAF1996D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5145A-A018-F093-6D76-38DFAB1BB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A8876-FED1-3093-E4F2-BFB14C7AA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33033-C48A-0640-8169-C4CF74A25D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813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FM_DATA_76848881-cf8b-4a0f-9205-9d0abb055a9e" hidden="1">
            <a:extLst>
              <a:ext uri="{FF2B5EF4-FFF2-40B4-BE49-F238E27FC236}">
                <a16:creationId xmlns:a16="http://schemas.microsoft.com/office/drawing/2014/main" id="{5A1451DA-D4AC-080E-B9DE-C27F51D0D736}"/>
              </a:ext>
            </a:extLst>
          </p:cNvPr>
          <p:cNvSpPr txBox="1"/>
          <p:nvPr/>
        </p:nvSpPr>
        <p:spPr>
          <a:xfrm>
            <a:off x="-12700000" y="0"/>
            <a:ext cx="12700" cy="5515971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zh-CN"/>
              <a:t>CFM1:76848881-cf8b-4a0f-9205-9d0abb055a9e:6cea3347cfd2de3bba078f4d75e569ca27c0cd5e004f25fe2b0fc88083f49e48:eJylV1t34jYQfs+vUN1zetoHjHzBwBbYAwQKPSGhgW26eRO2MDqxJSqLJdlf35FkLg5sXurgi775NJoZjUZK5/NrnqFvVBZM8K7judhBlMciYTztOl+W41rLQZ97N52fbh+Gy6/zERre/jO7Q4uvi+VohpyNUttP9fp+v3djkq8kS1JaiLVyY5HXQXU9TuDpJipxEGgxnW/QUFKiYMC5FKkkedcZbmh+K8ke+b6L4c/3nRt0T3IKovGs1oxaYavV8mrxurWqhQSva20fN2rtBJPVCjcapE1dMxJ0G4gd1+YPxGvXibAbYdQArW3U8Fpu0EA+9t0QA/GJ8UTs56JgyjiP0QldsO/0gIwliTWDZE8sUZui67zRAvApV1RuJVXaehaTLHs7iBYbse8rkf+1o/ICXEA3KroOF2fgiG8Ij2lyEFa73O/yFZVnXR5pwZIdnd6eYQPBk4sBNfj4yt9DFzYsqcwZuDgkciX4HVnRrDgT3wv+AWPCEjrNtxmLmZq8JTCrlB9khjgWXHUd3/MOgI2vp6d5SLY6uueUEjojTUixWWxJbNLSd5t6XmZEpoybOQFMa2aclk3PJEKWlM3QNHlyR3mq2wEugaNOa8qGMN7naWaGxQdj/9wViq1hhm2e9HdKnIx8J7yjawXCPoRK9GOW2KixrjN5mJSxXNB/d7DG6FF0mpqDSJtWXBN84RnjLzQZSMiWDT0EuUyHJ0m2Q0h/CKTJ8BIeZCJ+KXFP43PJuLLhAw1BhA4/E9XYiKd8DfmBMQ6wucKWvcsrwGPs++PxeDTSNw6CFvZDDwdREzeaAxzcjoHlf9QXvjwLRGEp8cztHXDs+U08PuI/vmAcr61/pyu8xvtIh7lMEtAcCtPWlp8zYCxkvsuIrVZ6vaMS+YTOWKNXqBYzUkBgzSfS3xXGTGRPMBPwojH0luiJsnSjqpwHqMnPXSevf6/gfViAbwXTyjOaU67AigNWIQ4Eg0xJ5zBQ+YnmAqa1OgrNVEkqP6+QhpKpJc234Dd8Gb9184IzlzodjxzdvOD8LbIzCrQqjD/YagUqzAuNOJXpW0V+J9I5rDABVlbdeAT7HyvQhHJdB83rF7IVxe8FrOV9dab09GkOUUiszWRW5Gq+6Hcd/azAuuaeZ4UkqZ4IUymMJBaZgFqtc2mVlg1dj6AM69LBTS1fKCLVFXwIK9/sR8elXe31pmvTo8gJfy/T9hNQ+evPvzk3vY4ZWJFVRmHfNQ1k7ECpea70s34uwkaEjQgbUf1MR2cN9fmgTn8jlthyjeINkQWFkV9rOYlr0hiHuFk+fclIZpWdFHS2JKU3RoHnvd+xYc+F/TpATVPjYXISKk97tClRYyHUBWiK1lKyHOray7F2TszSmsN4hQ222RBObfCrnD9rj39xgGi7zUZ5gPBC3w2aqBm6Dc17LjVw2zUACBZJEyNj+bNV1l90nXvnpn6khZYGlUhrjVqWGlyjNkpqcFKpe5crv+vovnAyONtxtYf3lCbFMKPkuOmXinsdZfX5DTcItBtB8727Wtb2UNRwo+C9v9f2wnK7M6J+xlJuLbNwr1Og9XFbR8VhO0drEsNXO3J6D5NOveh16gpu3uusrOORdVb7P7CxGZV7+DFEJbNpmZFlhpbZqDDrhxk2/utOLRtXOBh6XuP6idHDketHyAs812tqmmuYz3bEJyK5OTUcd4LjWdDEBbECcaEQ1J2CQcZDFCRSG0AzHajT4UGfWGyKdp1vBNYKkH8ct94wEwVFihZQobF3jFzpVtu6FUZgcHSxrgB2/RbyIOlC7+Is/Gyj8v8dO/eI2IOShky5gwQNIZaQV8j3PkiPYwHtzefL2nQ2G91O+8tRbTy979/Vnk8Zo+sIvMx/Fb3/ABxjyAo=</a:t>
            </a:r>
            <a:endParaRPr kumimoji="1" lang="zh-CN" altLang="en-US"/>
          </a:p>
        </p:txBody>
      </p:sp>
      <p:pic>
        <p:nvPicPr>
          <p:cNvPr id="6" name="CFM1_76848881-cf8b-4a0f-9205-9d0abb055a9e">
            <a:extLst>
              <a:ext uri="{FF2B5EF4-FFF2-40B4-BE49-F238E27FC236}">
                <a16:creationId xmlns:a16="http://schemas.microsoft.com/office/drawing/2014/main" id="{62893D4E-E429-FADC-2151-3D444ECD0C1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032000"/>
            <a:ext cx="5080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5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2</cp:revision>
  <dcterms:created xsi:type="dcterms:W3CDTF">2026-10-25T08:47:09Z</dcterms:created>
  <dcterms:modified xsi:type="dcterms:W3CDTF">2026-10-25T08:47:36Z</dcterms:modified>
</cp:coreProperties>
</file>