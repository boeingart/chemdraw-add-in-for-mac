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905A3E-19C3-098A-879E-20C40F2A34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4D24F81-3E78-A213-4848-F47F4AB8E9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997805-6492-9AE1-4038-590485FC1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6268B-DDBD-D24E-9481-1BBBFD31522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E51586-C0BE-5140-7DB6-0E9B01CDA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01FF93-5451-9739-5BBD-F1750F311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207B3-392E-DA43-90FF-FA4F9F5AD6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89224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B4B848-94C4-4F60-AECC-18C1272F9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51F740-1DDE-688B-F87F-70E03BAA8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799EF5-5E9A-1BE6-DDC7-EE6EA0FF3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6268B-DDBD-D24E-9481-1BBBFD31522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CA2DC8-83B1-0E43-50FA-3106A7FE9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BAAAB9A-A1AE-345C-FC2E-EBBAB7C9F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207B3-392E-DA43-90FF-FA4F9F5AD6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4072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589CD7-AC5B-CA9D-EB40-F76C6A3DB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005F5A-BE16-1FE0-7AF9-80DB11D9F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A3EC58-5D86-4EBE-19E0-89549F445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6268B-DDBD-D24E-9481-1BBBFD31522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10CB34F-9DB7-A78B-C3D9-83D433750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5B5AAF5-DA85-FB0C-4D57-DC2FDD4B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207B3-392E-DA43-90FF-FA4F9F5AD6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6665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054D5E-B11E-5834-D2F0-B6CD7E7E7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5F32C8-813B-BD0E-199D-B8215F8BD2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A2A089B-EFC5-A533-A26E-B99D8B8EED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49E2F2-204A-689D-E2BE-1896C60CF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6268B-DDBD-D24E-9481-1BBBFD31522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B87E4E-82C2-0C0D-2290-21C23AB21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AF8E70-5170-FE9A-BAD5-7061D659C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207B3-392E-DA43-90FF-FA4F9F5AD6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138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1772DA-A734-0606-DE0C-AE36BF93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2F9C1F-9B47-661F-D967-BDEB19657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478356-BE3E-C491-6A6B-D2F83275B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BE94BB8-B1E8-34BE-E735-FF4377C565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3052080-CCE2-A43E-53BF-BD2A931955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2D4689F-4876-C3CD-45B8-3F534680A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6268B-DDBD-D24E-9481-1BBBFD31522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C9E01C6-A05C-4478-3960-7E99FB85C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9C2B8F-44D0-1152-C136-39D890B94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207B3-392E-DA43-90FF-FA4F9F5AD6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1671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18DD47-E693-9A39-2CFF-912ABA552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E28FE90-AE9D-2C12-B774-706C6BD9D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6268B-DDBD-D24E-9481-1BBBFD31522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F2877BE-1D46-52E7-134E-8E2C86769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F9E5346-868B-FD96-54C8-2556187ED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207B3-392E-DA43-90FF-FA4F9F5AD6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07532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39A0179-FC7A-3210-CBF7-202D57194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6268B-DDBD-D24E-9481-1BBBFD31522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64C5378-D548-BF0E-F014-AEAA5208D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D0E3358-3FB0-EC9C-528A-82DD3B68D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207B3-392E-DA43-90FF-FA4F9F5AD6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4584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E823F5-EDE5-17E1-0664-B6F581758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B465B8-84C8-E292-93E7-E0E301AC0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8E5A24-FBF0-EC98-F103-FBA0A41A7B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118265D-9417-702F-0975-E627F8C24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6268B-DDBD-D24E-9481-1BBBFD31522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B6C919-B9C5-DF10-2836-8D864A96E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985FC3-F92D-DC26-58F1-A9806A2AC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207B3-392E-DA43-90FF-FA4F9F5AD6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2063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C3F220-3A4D-3E60-344E-80D543017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F023B96-05BD-503B-7F66-7A9F67AC323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E49A0C-4AA1-E0B4-A7E7-1332FE488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35AFD0-9AC9-5D8D-3F8D-9D5831290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6268B-DDBD-D24E-9481-1BBBFD31522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5465562-48E5-A6F7-3506-FB9A10FAD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8477A9-63C5-41DA-5DCE-A6B74A1FF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207B3-392E-DA43-90FF-FA4F9F5AD6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1004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1AAA3C-3CC4-6638-64CD-3322A782C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9C3483B-CF8B-4775-649F-0B759CF7C0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BD12EC-9E73-FBC2-AAF4-AA2F10825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6268B-DDBD-D24E-9481-1BBBFD31522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122142-E41C-4D28-6432-03D0B9D1F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CC634A-4509-DAE4-C12A-722DAE819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207B3-392E-DA43-90FF-FA4F9F5AD6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0089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FFD6C62-345A-99F0-3BDF-39D39AAF78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D3C8B40-29A0-E001-DF9B-6F622C7405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EB8FE7-5E96-DFBE-4CD2-2E17B19B9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6268B-DDBD-D24E-9481-1BBBFD31522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24200C-D0D2-39AE-FD24-D0427088A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B93532-7B94-9033-52FE-C54F69E96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207B3-392E-DA43-90FF-FA4F9F5AD6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1359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62155F4-DA41-AEA1-0B98-9914DEE9F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D2F951-3314-2F60-5207-6583FBC5FD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DE69C5-0F1C-E66F-EAAA-FCA09633DD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36268B-DDBD-D24E-9481-1BBBFD315227}" type="datetimeFigureOut">
              <a:rPr kumimoji="1" lang="zh-CN" altLang="en-US" smtClean="0"/>
              <a:t>2026/10/25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F31A9B-6822-D8D5-BF6B-1C3CB3C795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72D8EB-0D2B-F408-D300-CC6321B800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C207B3-392E-DA43-90FF-FA4F9F5AD6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4120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hemOffice Drawing:d4573ef5-5970-41c3-bed4-e032353da2f5">
            <a:extLst>
              <a:ext uri="{FF2B5EF4-FFF2-40B4-BE49-F238E27FC236}">
                <a16:creationId xmlns:a16="http://schemas.microsoft.com/office/drawing/2014/main" id="{557F1A08-584A-5AF7-D16D-307476EBC8A6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000" y="1524000"/>
            <a:ext cx="5080000" cy="196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603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hemOffice Drawing:a779bcea-68e4-4a76-9dca-b8b97312a1cc">
            <a:extLst>
              <a:ext uri="{FF2B5EF4-FFF2-40B4-BE49-F238E27FC236}">
                <a16:creationId xmlns:a16="http://schemas.microsoft.com/office/drawing/2014/main" id="{B6882545-3EF1-E103-90BD-89887EF94C7F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000" y="1524000"/>
            <a:ext cx="5080000" cy="2186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770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Macintosh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臻至 谭</dc:creator>
  <cp:lastModifiedBy>臻至 谭</cp:lastModifiedBy>
  <cp:revision>6</cp:revision>
  <dcterms:created xsi:type="dcterms:W3CDTF">2026-10-25T12:35:40Z</dcterms:created>
  <dcterms:modified xsi:type="dcterms:W3CDTF">2026-10-25T12:42:29Z</dcterms:modified>
</cp:coreProperties>
</file>