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5327B-07AD-043C-F1BA-CB278E58D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C9980D-CCB8-7375-2CA6-CB5A0BC69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30BC2-2968-816D-480A-C96C599E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086CC5-236A-BDD3-6E5F-1C4A5655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260AFF-8F7C-7E25-2894-7069851F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652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35B3F-9249-C76B-0229-BEB69C3D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6A2207-032D-B7FE-DC15-15191BA2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B7D-6F7A-2854-2431-1B743494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0750B-DFB5-6EEE-28A1-97C6257F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0D11E-8247-49B6-8819-6F10F2A7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244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C48C4-79A9-52B0-6EBE-12493E01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F5AA84-36FE-279F-BD1E-7683C580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115538-E29D-044B-728B-6A67C94C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8DD7E6-0278-C6EF-EBD6-4CDD1E4C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515EE7-013A-4FD1-DB3B-28254E4B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597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28830-1075-1096-6866-63262B8E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747E1-B081-2412-5CAE-7675CC7BA7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3E82-0DBF-66C4-F491-D62FCDB29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4A6312-8C95-D3F1-5184-5C16DC1B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0A20F-F058-085F-C65B-E96503737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D41F78-C7AD-DC19-11FC-F2C979C8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711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8AC2E-E6CD-5918-7E28-7D283AE7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F3CEBE-1A23-D582-C8A5-8729C2461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63F56E-862B-058B-C664-53C875A9B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B741ED-708D-C3E6-5BF7-E4EA28EB7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85E23E-2464-E324-A814-0A8D5F44D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0B298A-A4BE-D051-0165-1A6E1793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F316BF-005B-8A92-8CCC-ABF0CBC88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5F9961-F911-05E9-BFBE-BD470496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790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446003-D7CA-9E4A-F7C0-8B8F5677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13E60A-DF76-A58F-2282-C5B80AA6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7DFCCD-D8B0-4842-82E6-D9848237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9B3A22-9505-EE37-9070-4C876992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188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FF0066-A2F9-1F3A-33F0-D6808383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723821-885B-701C-B7AB-426A99CA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4215D0-39D8-2395-5D9E-73F2D77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098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7EC9B-FCBD-56CE-57B9-268C0A1D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12EC70-DEFD-F49A-35E8-A2D0103EB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7D5672-C14B-3F83-E235-3974390E3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8CD47B-0D84-E2B5-1427-FF2C7571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0ED32F-5F55-0FC1-B6C5-FEC43B5B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AB99DC-EF66-7B30-11CB-69D346F4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203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C02CA-877E-7CA2-FBEA-9E85089F9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55FD4D-4F49-5CC8-7B80-E511F805D28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ED4DDD-D2C3-3CE5-45F3-6A0411E82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74F8A4-C5D3-CA82-0DE8-E3F387F3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713907-A5D7-9B73-2EA0-F4B372C3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A247BF-2D09-5A87-84F2-D971E554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8229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77FA4-70C8-35AF-FDC0-9850405E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5FAF8B-1E00-C0D2-02F6-2DDB8FAD6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450C2F-6321-63A3-7AF7-B5537378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25868-294D-7600-7A93-DE3AB653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D1EF9-C110-351F-7857-2A50FF41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893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7A7D49-24C4-C4FC-7B76-9E014F471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A6BBF5-A7A1-E86C-19D3-70F170890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52579D-F179-82A4-950F-4A34FC1C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F259B-5FE4-FDBC-F0FB-5295BFBFD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1F545-E059-9153-5C57-EA3338E2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89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686BFC-1FE3-3667-DF0B-FFC52D1E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5B1DD-0171-AAFF-D182-A351B4669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968E0E-4B5C-A6F1-8192-E58FF414D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CA386-1DC9-AFA0-CA3A-EA636FE18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BEDFA-6F6C-071B-E7F9-B85C8DFD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238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emOffice Drawing:c5fa4db0-ce34-471d-9cb2-fe418aad77ee">
            <a:extLst>
              <a:ext uri="{FF2B5EF4-FFF2-40B4-BE49-F238E27FC236}">
                <a16:creationId xmlns:a16="http://schemas.microsoft.com/office/drawing/2014/main" id="{8A684057-4468-69E7-AA0F-05D77D3DB41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1524000"/>
            <a:ext cx="5080000" cy="449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92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臻至 谭</dc:creator>
  <cp:lastModifiedBy>臻至 谭</cp:lastModifiedBy>
  <cp:revision>6</cp:revision>
  <dcterms:created xsi:type="dcterms:W3CDTF">2026-10-25T09:15:03Z</dcterms:created>
  <dcterms:modified xsi:type="dcterms:W3CDTF">2026-10-25T10:14:48Z</dcterms:modified>
</cp:coreProperties>
</file>