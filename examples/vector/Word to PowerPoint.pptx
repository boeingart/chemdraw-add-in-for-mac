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641C8-C596-B5F8-1F4D-C15D01227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8425DE-C1CF-83CF-446F-FEC891CF1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CE2AFE-93A4-F202-F9C6-1E83AF9F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BF658-F90E-7547-9128-7C293846EE9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A117D8-7F2D-2A2E-A04D-4F4711DC3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F39860-3E4E-8CA1-9AC1-6F63EB7D6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0C6-0DA9-3841-AC6A-A4BC082F3E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942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8535A-B36F-EA32-FE11-A1D1237C0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99D684-7E10-8CF7-FB1D-4A7CF855B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5B3426-9C80-2ECF-B4A3-9962CF53B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BF658-F90E-7547-9128-7C293846EE9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E6E802-9B47-E36E-4006-0A0E88E2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447B43-602A-2140-46B3-E4528164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0C6-0DA9-3841-AC6A-A4BC082F3E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2578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3B8EE-1911-D0BA-3597-17433C37F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E991C8-3C3A-18DE-6942-C1B764087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F1DE43-94C3-1BA8-43D1-4F3B211F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BF658-F90E-7547-9128-7C293846EE9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290F6F-4AB0-06DF-AE68-401BEECE4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87B05D-E65F-F60B-21A1-8FCF1D1AB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0C6-0DA9-3841-AC6A-A4BC082F3E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2139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E70DC-6AF7-DCB4-9BA0-39A184C1C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06A396-9322-C919-A215-E5C9C2BD8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426EA5-BCC8-F78E-308F-06B079F60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2B941D-0E9E-EFDD-76FE-29156F819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BF658-F90E-7547-9128-7C293846EE9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5310DD-B975-D63D-812D-3CC917CC2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A4804D-835C-E35E-98EB-8176C6F64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0C6-0DA9-3841-AC6A-A4BC082F3E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731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CDC0A1-E006-528D-C02F-9C362F54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32CDE5-7E20-16D2-7B18-C1914B1CC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FE2D22-F27C-B3EB-462E-9A1A8AE3B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C667B3-5FCC-FCBD-0101-BDEFC74C04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289E64-6EA3-D89B-975E-912EA6E12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4346E9-900E-7628-97D8-FD6E1AFAA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BF658-F90E-7547-9128-7C293846EE9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F3375FE-73F4-2DEC-DD79-E756B614E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783A529-6C76-91AE-313A-9C81093F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0C6-0DA9-3841-AC6A-A4BC082F3E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7830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2429D-BAF0-0090-4D69-C4616626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C63E71-DDB8-4774-3B09-8ED129D4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BF658-F90E-7547-9128-7C293846EE9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2C4F6AA-B8A3-AA75-9655-753395677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44D1A0-FF7C-CA95-5F1C-246A091E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0C6-0DA9-3841-AC6A-A4BC082F3E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4173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DDD9A49-D15C-D880-9D5A-1EB2A8912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BF658-F90E-7547-9128-7C293846EE9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B01AF9-D2AB-1D9D-59A5-AE3DBD15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0594FF-DD98-6819-74DC-06F944B72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0C6-0DA9-3841-AC6A-A4BC082F3E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9265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0E349-4723-D645-76AA-1896E30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65C44F-5332-A483-17F6-48D124A28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403515-C93A-D46F-C830-9554DA43A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A4945B-FC2C-55D6-662D-FBB7F65C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BF658-F90E-7547-9128-7C293846EE9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E33BA4-4866-8074-4095-9E2C7081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21DEBB-44F6-535C-D1CA-0110FD3FE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0C6-0DA9-3841-AC6A-A4BC082F3E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984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C4353-73EB-BC40-1672-0D194AFB3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DACCEF7-4240-4F1A-F1B7-F89A163E9B1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88B9A0-3775-7BBF-5A54-94DF58264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4C3BD8-79B0-77A7-F73A-3929C30A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BF658-F90E-7547-9128-7C293846EE9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6B09B0-81E6-7EAC-0A29-B1CB0290E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ECEFE7-4EA1-D084-EA77-E61579883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0C6-0DA9-3841-AC6A-A4BC082F3E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251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59730-2871-616C-88C4-C57028F6C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6AB419-D148-6C7F-307C-3BF5E277D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DE6B93-CEA5-379C-B929-4B5EE7C7C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BF658-F90E-7547-9128-7C293846EE9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B19233-3E59-8E85-B762-3A9F6381F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89F875-57A8-2E2B-A0E9-BE257C38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0C6-0DA9-3841-AC6A-A4BC082F3E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1095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D09F0F-8BA6-3E3C-AA6B-B7E1D7B7E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205C49-BF68-1E82-5A83-A26FE7A53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D04850-F5C4-4CAA-065A-6CFAEF3CF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BF658-F90E-7547-9128-7C293846EE9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C5412C-CDED-E486-4B3E-036991BD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0CEA72-E069-7C2B-30FC-E066D8290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0C6-0DA9-3841-AC6A-A4BC082F3E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142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205E88-648E-782A-4746-941539502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3DDECC-17C6-0474-70B8-8A7B42768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5E7840-BDF7-E9ED-4B6F-1B1D3BB649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BF658-F90E-7547-9128-7C293846EE92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8D5E2D-439B-70B4-53D0-F216FCCA21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05A9FF-9F25-C504-4C9B-1821C69D4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5CA0C6-0DA9-3841-AC6A-A4BC082F3E7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6149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drawing/2016/SVG/main" xmlns:ns4="http://schemas.openxmlformats.org/officeDocument/2006/relationships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3" name="ChemOffice Drawing:aae3e69b-342c-4047-9592-2510a337a9c6">
            <ns1:extLst>
              <ns1:ext uri="{FF2B5EF4-FFF2-40B4-BE49-F238E27FC236}">
                <ns2:creationId id="{1EED8361-16B5-453B-BBC0-BE24EF6B7285}"/>
              </ns1:ext>
            </ns1:extLst>
          </ns0:cNvPr>
          <ns0:cNvPicPr>
            <ns1:picLocks/>
          </ns0:cNvPicPr>
          <ns0:nvPr/>
        </ns0:nvPicPr>
        <ns0:blipFill>
          <ns1:blip>
            <ns1:extLst>
              <ns1:ext uri="{96DAC541-7B7A-43D3-8B79-37D633B846F1}">
                <ns3:svgBlip ns4:embed="rId2"/>
              </ns1:ext>
            </ns1:extLst>
          </ns1:blip>
          <ns1:stretch>
            <ns1:fillRect/>
          </ns1:stretch>
        </ns0:blipFill>
        <ns0:spPr>
          <ns1:xfrm>
            <ns1:off x="1524000" y="1524000"/>
            <ns1:ext cx="5080000" cy="2382345"/>
          </ns1:xfrm>
          <ns1:prstGeom prst="rect">
            <ns1:avLst/>
          </ns1:prstGeom>
        </ns0:spPr>
      </ns0:pic>
    </ns0:spTree>
    <ns0:extLst>
      <ns0:ext uri="{BB962C8B-B14F-4D97-AF65-F5344CB8AC3E}">
        <ns5:creationId val="1916069495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臻至 谭</dc:creator>
  <cp:lastModifiedBy>臻至 谭</cp:lastModifiedBy>
  <cp:revision>2</cp:revision>
  <dcterms:created xsi:type="dcterms:W3CDTF">2026-10-25T10:17:08Z</dcterms:created>
  <dcterms:modified xsi:type="dcterms:W3CDTF">2026-10-25T10:17:13Z</dcterms:modified>
</cp:coreProperties>
</file>