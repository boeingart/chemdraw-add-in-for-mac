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F641C8-C596-B5F8-1F4D-C15D01227C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08425DE-C1CF-83CF-446F-FEC891CF1B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CCE2AFE-93A4-F202-F9C6-1E83AF9F4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BF658-F90E-7547-9128-7C293846EE92}" type="datetimeFigureOut">
              <a:rPr kumimoji="1" lang="zh-CN" altLang="en-US" smtClean="0"/>
              <a:t>2026/10/25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A117D8-7F2D-2A2E-A04D-4F4711DC3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F39860-3E4E-8CA1-9AC1-6F63EB7D6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0C6-0DA9-3841-AC6A-A4BC082F3E7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3942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18535A-B36F-EA32-FE11-A1D1237C0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599D684-7E10-8CF7-FB1D-4A7CF855BC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5B3426-9C80-2ECF-B4A3-9962CF53B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BF658-F90E-7547-9128-7C293846EE92}" type="datetimeFigureOut">
              <a:rPr kumimoji="1" lang="zh-CN" altLang="en-US" smtClean="0"/>
              <a:t>2026/10/25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4E6E802-9B47-E36E-4006-0A0E88E24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447B43-602A-2140-46B3-E4528164F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0C6-0DA9-3841-AC6A-A4BC082F3E7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22578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3B8EE-1911-D0BA-3597-17433C37F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E991C8-3C3A-18DE-6942-C1B764087B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F1DE43-94C3-1BA8-43D1-4F3B211F4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BF658-F90E-7547-9128-7C293846EE92}" type="datetimeFigureOut">
              <a:rPr kumimoji="1" lang="zh-CN" altLang="en-US" smtClean="0"/>
              <a:t>2026/10/25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8290F6F-4AB0-06DF-AE68-401BEECE4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E87B05D-E65F-F60B-21A1-8FCF1D1AB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0C6-0DA9-3841-AC6A-A4BC082F3E7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2139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7E70DC-6AF7-DCB4-9BA0-39A184C1C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06A396-9322-C919-A215-E5C9C2BD82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426EA5-BCC8-F78E-308F-06B079F605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32B941D-0E9E-EFDD-76FE-29156F819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BF658-F90E-7547-9128-7C293846EE92}" type="datetimeFigureOut">
              <a:rPr kumimoji="1" lang="zh-CN" altLang="en-US" smtClean="0"/>
              <a:t>2026/10/25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95310DD-B975-D63D-812D-3CC917CC2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8A4804D-835C-E35E-98EB-8176C6F64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0C6-0DA9-3841-AC6A-A4BC082F3E7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47316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CDC0A1-E006-528D-C02F-9C362F544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32CDE5-7E20-16D2-7B18-C1914B1CC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3FE2D22-F27C-B3EB-462E-9A1A8AE3BF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1C667B3-5FCC-FCBD-0101-BDEFC74C04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3289E64-6EA3-D89B-975E-912EA6E123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54346E9-900E-7628-97D8-FD6E1AFAA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BF658-F90E-7547-9128-7C293846EE92}" type="datetimeFigureOut">
              <a:rPr kumimoji="1" lang="zh-CN" altLang="en-US" smtClean="0"/>
              <a:t>2026/10/25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F3375FE-73F4-2DEC-DD79-E756B614E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783A529-6C76-91AE-313A-9C81093F1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0C6-0DA9-3841-AC6A-A4BC082F3E7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97830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F2429D-BAF0-0090-4D69-C46166263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EC63E71-DDB8-4774-3B09-8ED129D46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BF658-F90E-7547-9128-7C293846EE92}" type="datetimeFigureOut">
              <a:rPr kumimoji="1" lang="zh-CN" altLang="en-US" smtClean="0"/>
              <a:t>2026/10/25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2C4F6AA-B8A3-AA75-9655-753395677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A44D1A0-FF7C-CA95-5F1C-246A091EA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0C6-0DA9-3841-AC6A-A4BC082F3E7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04173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DDD9A49-D15C-D880-9D5A-1EB2A8912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BF658-F90E-7547-9128-7C293846EE92}" type="datetimeFigureOut">
              <a:rPr kumimoji="1" lang="zh-CN" altLang="en-US" smtClean="0"/>
              <a:t>2026/10/25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7B01AF9-D2AB-1D9D-59A5-AE3DBD158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E0594FF-DD98-6819-74DC-06F944B72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0C6-0DA9-3841-AC6A-A4BC082F3E7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99265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D0E349-4723-D645-76AA-1896E3011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65C44F-5332-A483-17F6-48D124A28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403515-C93A-D46F-C830-9554DA43AC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A4945B-FC2C-55D6-662D-FBB7F65C5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BF658-F90E-7547-9128-7C293846EE92}" type="datetimeFigureOut">
              <a:rPr kumimoji="1" lang="zh-CN" altLang="en-US" smtClean="0"/>
              <a:t>2026/10/25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2E33BA4-4866-8074-4095-9E2C7081B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321DEBB-44F6-535C-D1CA-0110FD3FE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0C6-0DA9-3841-AC6A-A4BC082F3E7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9843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CC4353-73EB-BC40-1672-0D194AFB3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DACCEF7-4240-4F1A-F1B7-F89A163E9B1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D88B9A0-3775-7BBF-5A54-94DF582644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4C3BD8-79B0-77A7-F73A-3929C30AF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BF658-F90E-7547-9128-7C293846EE92}" type="datetimeFigureOut">
              <a:rPr kumimoji="1" lang="zh-CN" altLang="en-US" smtClean="0"/>
              <a:t>2026/10/25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C6B09B0-81E6-7EAC-0A29-B1CB0290E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2ECEFE7-4EA1-D084-EA77-E61579883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0C6-0DA9-3841-AC6A-A4BC082F3E7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1251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359730-2871-616C-88C4-C57028F6C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56AB419-D148-6C7F-307C-3BF5E277D8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DDE6B93-CEA5-379C-B929-4B5EE7C7C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BF658-F90E-7547-9128-7C293846EE92}" type="datetimeFigureOut">
              <a:rPr kumimoji="1" lang="zh-CN" altLang="en-US" smtClean="0"/>
              <a:t>2026/10/25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2B19233-3E59-8E85-B762-3A9F6381F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89F875-57A8-2E2B-A0E9-BE257C383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0C6-0DA9-3841-AC6A-A4BC082F3E7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1095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8D09F0F-8BA6-3E3C-AA6B-B7E1D7B7E3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9205C49-BF68-1E82-5A83-A26FE7A53A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D04850-F5C4-4CAA-065A-6CFAEF3CF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BF658-F90E-7547-9128-7C293846EE92}" type="datetimeFigureOut">
              <a:rPr kumimoji="1" lang="zh-CN" altLang="en-US" smtClean="0"/>
              <a:t>2026/10/25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CC5412C-CDED-E486-4B3E-036991BD5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90CEA72-E069-7C2B-30FC-E066D8290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0C6-0DA9-3841-AC6A-A4BC082F3E7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01421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9205E88-648E-782A-4746-941539502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D3DDECC-17C6-0474-70B8-8A7B42768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5E7840-BDF7-E9ED-4B6F-1B1D3BB649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FBF658-F90E-7547-9128-7C293846EE92}" type="datetimeFigureOut">
              <a:rPr kumimoji="1" lang="zh-CN" altLang="en-US" smtClean="0"/>
              <a:t>2026/10/25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78D5E2D-439B-70B4-53D0-F216FCCA21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05A9FF-9F25-C504-4C9B-1821C69D4C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5CA0C6-0DA9-3841-AC6A-A4BC082F3E7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76149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hemOffice Drawing:aae3e69b-342c-4047-9592-2510a337a9c6">
            <a:extLst>
              <a:ext uri="{FF2B5EF4-FFF2-40B4-BE49-F238E27FC236}">
                <a16:creationId xmlns:a16="http://schemas.microsoft.com/office/drawing/2014/main" id="{1EED8361-16B5-453B-BBC0-BE24EF6B728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24000" y="1524000"/>
            <a:ext cx="5080000" cy="5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069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臻至 谭</dc:creator>
  <cp:lastModifiedBy>臻至 谭</cp:lastModifiedBy>
  <cp:revision>2</cp:revision>
  <dcterms:created xsi:type="dcterms:W3CDTF">2026-10-25T10:17:08Z</dcterms:created>
  <dcterms:modified xsi:type="dcterms:W3CDTF">2026-10-25T10:17:13Z</dcterms:modified>
</cp:coreProperties>
</file>